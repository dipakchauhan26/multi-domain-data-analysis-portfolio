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60" r:id="rId2"/>
    <p:sldId id="279" r:id="rId3"/>
    <p:sldId id="280" r:id="rId4"/>
    <p:sldId id="281" r:id="rId5"/>
    <p:sldId id="285" r:id="rId6"/>
    <p:sldId id="289" r:id="rId7"/>
    <p:sldId id="290" r:id="rId8"/>
    <p:sldId id="291" r:id="rId9"/>
    <p:sldId id="286" r:id="rId10"/>
    <p:sldId id="292" r:id="rId11"/>
    <p:sldId id="293" r:id="rId12"/>
    <p:sldId id="287" r:id="rId13"/>
    <p:sldId id="294" r:id="rId14"/>
    <p:sldId id="295" r:id="rId15"/>
    <p:sldId id="296" r:id="rId16"/>
    <p:sldId id="297" r:id="rId17"/>
    <p:sldId id="288" r:id="rId18"/>
    <p:sldId id="283" r:id="rId19"/>
    <p:sldId id="298" r:id="rId20"/>
    <p:sldId id="28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4E479-CE16-41A3-B4DD-172C8D8845FA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3A156-967B-4B5D-8A63-09C0E87590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78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7982-47CA-4EE3-AACD-8D17669F608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85B2420-3918-4A21-B079-7FC91C64104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273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7982-47CA-4EE3-AACD-8D17669F608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2420-3918-4A21-B079-7FC91C64104E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740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7982-47CA-4EE3-AACD-8D17669F608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2420-3918-4A21-B079-7FC91C64104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10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7982-47CA-4EE3-AACD-8D17669F608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2420-3918-4A21-B079-7FC91C64104E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2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7982-47CA-4EE3-AACD-8D17669F608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2420-3918-4A21-B079-7FC91C64104E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494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7982-47CA-4EE3-AACD-8D17669F608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2420-3918-4A21-B079-7FC91C64104E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17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7982-47CA-4EE3-AACD-8D17669F608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2420-3918-4A21-B079-7FC91C641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137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7982-47CA-4EE3-AACD-8D17669F608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2420-3918-4A21-B079-7FC91C64104E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676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4F87982-47CA-4EE3-AACD-8D17669F608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2420-3918-4A21-B079-7FC91C64104E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23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7982-47CA-4EE3-AACD-8D17669F608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2420-3918-4A21-B079-7FC91C64104E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180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7982-47CA-4EE3-AACD-8D17669F608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2420-3918-4A21-B079-7FC91C64104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9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87982-47CA-4EE3-AACD-8D17669F6088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85B2420-3918-4A21-B079-7FC91C64104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335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835248-979A-D0E6-1EED-785A67AC3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348" y="2054756"/>
            <a:ext cx="9419303" cy="2748488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Company: The Developer Arena </a:t>
            </a:r>
          </a:p>
          <a:p>
            <a:r>
              <a:rPr lang="en-US" sz="3200" dirty="0"/>
              <a:t>Role: Data Science Intern</a:t>
            </a:r>
          </a:p>
          <a:p>
            <a:endParaRPr lang="en-US" dirty="0"/>
          </a:p>
          <a:p>
            <a:r>
              <a:rPr lang="en-US" dirty="0"/>
              <a:t>Presented and Created by:</a:t>
            </a:r>
          </a:p>
          <a:p>
            <a:r>
              <a:rPr lang="en-US" dirty="0"/>
              <a:t>Dipak Chauhan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534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0C023-4280-58D6-74D1-7AC6B6C34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A520A8-19C8-8769-AB82-CBE886D3D978}"/>
              </a:ext>
            </a:extLst>
          </p:cNvPr>
          <p:cNvSpPr txBox="1"/>
          <p:nvPr/>
        </p:nvSpPr>
        <p:spPr>
          <a:xfrm>
            <a:off x="4691215" y="302031"/>
            <a:ext cx="2809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Project 1: Sales Analysis</a:t>
            </a:r>
            <a:endParaRPr lang="en-IN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D635B2-42E7-3B42-575D-B013B3B08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206" y="943897"/>
            <a:ext cx="8405588" cy="565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512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053B2-B3CE-B869-C977-536140529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B9264E-A650-8D69-2D7A-ACEE338CD32E}"/>
              </a:ext>
            </a:extLst>
          </p:cNvPr>
          <p:cNvSpPr txBox="1"/>
          <p:nvPr/>
        </p:nvSpPr>
        <p:spPr>
          <a:xfrm>
            <a:off x="5181600" y="136176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CA4F-7066-827B-B837-74D1BD8D6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981" y="678426"/>
            <a:ext cx="8276037" cy="610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4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A293-6104-0221-FE6A-49A584850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533B0A-1101-4B5E-C2D7-98B3A61A51C9}"/>
              </a:ext>
            </a:extLst>
          </p:cNvPr>
          <p:cNvSpPr txBox="1"/>
          <p:nvPr/>
        </p:nvSpPr>
        <p:spPr>
          <a:xfrm>
            <a:off x="5181600" y="136176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8D2E5-85AD-8612-8EB0-73C4B5A95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013" y="456942"/>
            <a:ext cx="7071973" cy="59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8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1DC82-E1A0-D328-28B5-E3EBFEBA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789082-95F8-9C4D-DA4F-0CB7C9DBB00A}"/>
              </a:ext>
            </a:extLst>
          </p:cNvPr>
          <p:cNvSpPr txBox="1"/>
          <p:nvPr/>
        </p:nvSpPr>
        <p:spPr>
          <a:xfrm>
            <a:off x="4508704" y="311863"/>
            <a:ext cx="3174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Project 2: Student Data Analysis</a:t>
            </a: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E33E2-456C-7DE9-EF96-E35ECD941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809" y="963561"/>
            <a:ext cx="8550381" cy="558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70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31E3E-A49B-DFF7-ABAC-DC392B51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80690B-8AD0-79A3-17AF-EA7548F0A70A}"/>
              </a:ext>
            </a:extLst>
          </p:cNvPr>
          <p:cNvSpPr txBox="1"/>
          <p:nvPr/>
        </p:nvSpPr>
        <p:spPr>
          <a:xfrm>
            <a:off x="5181600" y="136176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FA1EEE-C668-C8A2-87BF-C314AE50D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498" y="698090"/>
            <a:ext cx="7895004" cy="593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4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347C8-BF45-BFC6-D7AA-2C5B73201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FA5AEF-DF5D-D189-8F4B-4DFD8A5EB7C0}"/>
              </a:ext>
            </a:extLst>
          </p:cNvPr>
          <p:cNvSpPr txBox="1"/>
          <p:nvPr/>
        </p:nvSpPr>
        <p:spPr>
          <a:xfrm>
            <a:off x="5181600" y="136176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6E2CB6-AD73-A97C-BFC3-681AE319D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037" y="557477"/>
            <a:ext cx="6289925" cy="59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601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DA24D-3142-564C-291E-DEE210A87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757A3A-A411-B092-C259-BAEA43C69529}"/>
              </a:ext>
            </a:extLst>
          </p:cNvPr>
          <p:cNvSpPr txBox="1"/>
          <p:nvPr/>
        </p:nvSpPr>
        <p:spPr>
          <a:xfrm>
            <a:off x="5181600" y="136176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F8F336-ADF5-2143-4D93-851728CD7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895" y="224512"/>
            <a:ext cx="8192210" cy="640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81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37BD7-A908-D4E9-6B68-0E05EBD29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266D17-451C-7218-C829-E81E03CFDFC8}"/>
              </a:ext>
            </a:extLst>
          </p:cNvPr>
          <p:cNvSpPr txBox="1"/>
          <p:nvPr/>
        </p:nvSpPr>
        <p:spPr>
          <a:xfrm>
            <a:off x="4454627" y="311863"/>
            <a:ext cx="3282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Project 3: Whether Data Analysis</a:t>
            </a: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F8AA67-5A9E-D840-9465-9C7D4A79B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032" y="973394"/>
            <a:ext cx="7795936" cy="554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94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B39E-FAED-6FC7-9D46-EDC449BAA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5E74D3-4E2F-71E1-ACA9-65FD390D35B4}"/>
              </a:ext>
            </a:extLst>
          </p:cNvPr>
          <p:cNvSpPr txBox="1"/>
          <p:nvPr/>
        </p:nvSpPr>
        <p:spPr>
          <a:xfrm>
            <a:off x="5181600" y="136176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8EF43-3CEA-22F1-FA67-D6E77161C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14" y="580103"/>
            <a:ext cx="7513971" cy="597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51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5E04-E894-A57D-64E3-E4B2CC0AD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D453DA-6858-0650-72C5-E6F860F8C194}"/>
              </a:ext>
            </a:extLst>
          </p:cNvPr>
          <p:cNvSpPr txBox="1"/>
          <p:nvPr/>
        </p:nvSpPr>
        <p:spPr>
          <a:xfrm>
            <a:off x="5181600" y="136176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074BC0-A671-1C97-68CE-71FFDCEED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911" y="392167"/>
            <a:ext cx="7590178" cy="60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820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B8CD5-411F-25D9-4642-AFD79DF9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DFB6C7-536D-BC62-002B-CDCC2ABEA51E}"/>
              </a:ext>
            </a:extLst>
          </p:cNvPr>
          <p:cNvSpPr txBox="1"/>
          <p:nvPr/>
        </p:nvSpPr>
        <p:spPr>
          <a:xfrm>
            <a:off x="4469375" y="311864"/>
            <a:ext cx="3253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Project 4: Covid19 Data Analysis</a:t>
            </a: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C1949D-587C-01B1-C55D-5BB83CCF2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707" y="993058"/>
            <a:ext cx="9068586" cy="551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7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19980-DF4C-D6AB-F7AE-B5DC24D7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5F28AA-A6A8-114E-D726-BD8FE3D5FB55}"/>
              </a:ext>
            </a:extLst>
          </p:cNvPr>
          <p:cNvSpPr txBox="1"/>
          <p:nvPr/>
        </p:nvSpPr>
        <p:spPr>
          <a:xfrm>
            <a:off x="5181600" y="136176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86D755-F235-86F6-6977-F18D003BE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361" y="258805"/>
            <a:ext cx="8733277" cy="634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78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9C84E-8DB0-5A7F-BDA1-1DD8F522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5FF72B-536E-A007-C9F4-CAA83D9C5AF2}"/>
              </a:ext>
            </a:extLst>
          </p:cNvPr>
          <p:cNvSpPr txBox="1"/>
          <p:nvPr/>
        </p:nvSpPr>
        <p:spPr>
          <a:xfrm>
            <a:off x="5181600" y="136176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89160D-3BD0-FE3C-DFB1-7449D732E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258" y="342632"/>
            <a:ext cx="8809483" cy="61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84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5A559-099C-579B-1ACA-820D149C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9687B6-EC8A-0413-8E93-53DD529B29B7}"/>
              </a:ext>
            </a:extLst>
          </p:cNvPr>
          <p:cNvSpPr txBox="1"/>
          <p:nvPr/>
        </p:nvSpPr>
        <p:spPr>
          <a:xfrm>
            <a:off x="5181600" y="136176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CF275D-95F1-9C28-D6E4-6CBB490C9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241" y="319770"/>
            <a:ext cx="8969517" cy="621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699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ABB41-AF38-3619-1588-4D93A1FB7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F1CC37-8C06-F880-E277-99276AA9A122}"/>
              </a:ext>
            </a:extLst>
          </p:cNvPr>
          <p:cNvSpPr txBox="1"/>
          <p:nvPr/>
        </p:nvSpPr>
        <p:spPr>
          <a:xfrm>
            <a:off x="5181600" y="136176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1E21E0-C665-4B3E-0788-C545D31CE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55" y="354063"/>
            <a:ext cx="8885690" cy="61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89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3399-EDF3-1032-D420-E5E5C8C8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E09AAD-93EC-F940-2DD5-B64E469B9627}"/>
              </a:ext>
            </a:extLst>
          </p:cNvPr>
          <p:cNvSpPr txBox="1"/>
          <p:nvPr/>
        </p:nvSpPr>
        <p:spPr>
          <a:xfrm>
            <a:off x="4518536" y="321696"/>
            <a:ext cx="3154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Project 5: Stocks Data Analysis</a:t>
            </a: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8EBBE4-D7DE-C93A-F829-06B2892FA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931" y="1002890"/>
            <a:ext cx="9198137" cy="554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82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0BA68-E0E8-0958-E876-3636225A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AE110A-842E-313B-EE66-042A55FFCCC5}"/>
              </a:ext>
            </a:extLst>
          </p:cNvPr>
          <p:cNvSpPr txBox="1"/>
          <p:nvPr/>
        </p:nvSpPr>
        <p:spPr>
          <a:xfrm>
            <a:off x="5181600" y="136176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27054F-B13C-A59F-B6FC-F87495B32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38" y="331201"/>
            <a:ext cx="9045724" cy="619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80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3F347-1018-BD36-0494-AFA913246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6186A1-3B08-BCFD-9349-51522B54D18D}"/>
              </a:ext>
            </a:extLst>
          </p:cNvPr>
          <p:cNvSpPr txBox="1"/>
          <p:nvPr/>
        </p:nvSpPr>
        <p:spPr>
          <a:xfrm>
            <a:off x="5181600" y="136176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42B274-E537-243E-95E5-6279863FB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880" y="235943"/>
            <a:ext cx="9236240" cy="638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535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586B2-399D-1F58-526F-0DD71EAED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7F22CB-817F-FD4F-3863-F8899D1684F6}"/>
              </a:ext>
            </a:extLst>
          </p:cNvPr>
          <p:cNvSpPr txBox="1"/>
          <p:nvPr/>
        </p:nvSpPr>
        <p:spPr>
          <a:xfrm>
            <a:off x="5181600" y="136176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F396E0-0CAA-7F2D-0332-A39755B9D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" y="411218"/>
            <a:ext cx="8923793" cy="60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5282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431</TotalTime>
  <Words>46</Words>
  <Application>Microsoft Office PowerPoint</Application>
  <PresentationFormat>Widescreen</PresentationFormat>
  <Paragraphs>10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Dipak Chauhan</dc:creator>
  <cp:lastModifiedBy>Dipak Chauhan</cp:lastModifiedBy>
  <cp:revision>14</cp:revision>
  <dcterms:created xsi:type="dcterms:W3CDTF">2026-02-20T10:49:24Z</dcterms:created>
  <dcterms:modified xsi:type="dcterms:W3CDTF">2026-03-29T15:51:13Z</dcterms:modified>
</cp:coreProperties>
</file>